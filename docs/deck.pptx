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willhoop/jeopardy-wagering/blob/main/docs/white-paper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85800"/>
            <a:ext cx="1371600" cy="13716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3" name="Text 1"/>
          <p:cNvSpPr/>
          <p:nvPr/>
        </p:nvSpPr>
        <p:spPr>
          <a:xfrm>
            <a:off x="5413248" y="6858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JEOPARDY! WAGERING STRATEGY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188720" y="3337560"/>
            <a:ext cx="9811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guide to smarter Daily Double and Final Jeopardy bets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3931920"/>
            <a:ext cx="9811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3-player games, with 2-player and 1-player play as reduced cases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6126480"/>
            <a:ext cx="9811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affiliated with Jeopardy! or Sony Pictures Television  •  A study and practice tool, not a live-assist device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moments decide the game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trivia and buzzer speed. These two moments are where a dollar amount, not a fact, decides who wins.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5FF"/>
          </a:solidFill>
          <a:ln/>
          <a:effectLst>
            <a:outerShdw sx="100000" sy="100000" kx="0" ky="0" algn="bl" rotWithShape="0" blurRad="76200" dist="38100" dir="5400000">
              <a:srgbClr val="1B1B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15468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mid-game, while a category is in play. You choose the wager before you know the exact clue.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affects the rest of the game, not just the next 30 seconds -- more clues, maybe another Daily Double, then Final Jeopardy after that.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82512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5FF"/>
          </a:solidFill>
          <a:ln/>
          <a:effectLst>
            <a:outerShdw sx="100000" sy="100000" kx="0" ky="0" algn="bl" rotWithShape="0" blurRad="76200" dist="38100" dir="5400000">
              <a:srgbClr val="1B1B3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02552" y="2240280"/>
            <a:ext cx="731520" cy="7315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1" name="Text 9"/>
          <p:cNvSpPr/>
          <p:nvPr/>
        </p:nvSpPr>
        <p:spPr>
          <a:xfrm>
            <a:off x="6702552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616952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Jeopardy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702552" y="315468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clue of the game. Every player wagers, then answers the same category.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terminal event -- the math here is fully determined, with a clean guarantee-based answer available before you even see the clue.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different questions, not one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treats them as two separate tools. Blending them into one answer hides which one you actually asked for.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2103120" cy="502920"/>
          </a:xfrm>
          <a:prstGeom prst="rect">
            <a:avLst/>
          </a:prstGeom>
          <a:solidFill>
            <a:srgbClr val="0A17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0" y="21671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wager can't hurt me if I'm right?”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0" y="27889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guarantee against the worst realistic case. Needs no estimate of your odds of being correct.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FFFBE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4389120"/>
            <a:ext cx="2103120" cy="502920"/>
          </a:xfrm>
          <a:prstGeom prst="rect">
            <a:avLst/>
          </a:prstGeom>
          <a:solidFill>
            <a:srgbClr val="FFCC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BET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436168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“Given how sure I really am, what wins most often?”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00400" y="49834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probability-weighted decision. Uses your confidence and simulated rivals based on real games.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Bet: the guarantee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every rival makes their single most threatening legal play: bet everything, answer correctly.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$12,000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6F6F6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$8,000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6F6F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1's worst case: $8,000 doubled = $16,000. That's the biggest threat -- bigger than Rival 2's $12,000 -- so it's the one you must cover.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08960" y="3977640"/>
            <a:ext cx="5943600" cy="1828800"/>
          </a:xfrm>
          <a:prstGeom prst="roundRect">
            <a:avLst>
              <a:gd name="adj" fmla="val 6000"/>
            </a:avLst>
          </a:prstGeom>
          <a:solidFill>
            <a:srgbClr val="04086B"/>
          </a:solidFill>
          <a:ln/>
        </p:spPr>
      </p:sp>
      <p:sp>
        <p:nvSpPr>
          <p:cNvPr id="15" name="Text 13"/>
          <p:cNvSpPr/>
          <p:nvPr/>
        </p:nvSpPr>
        <p:spPr>
          <a:xfrm>
            <a:off x="3108960" y="4160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BET RECOMMENDS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08960" y="44805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$4,001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3108960" y="5440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$12,000 + $4,001 = $16,001 -- one dollar past the worst case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Bet: a tie is not a win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you lead with $10,000. Your rivals have $8,000 and $3,400. You are 89% sure of your answer.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A TIE COUNTED AS A WIN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Smart Bet: a bet to tie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and second place both double up,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finish level. The old tool used the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co-champion rule and called it a win.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4F5FF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A TIE IS HALF A WIN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2606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21792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Smart Bet: one dollar more wins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November 2014, a tie for first goes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tiebreaker clue, and only one player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back. The tool now follows that rule.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07492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FFBE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2303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rule worth knowing: never settle for a tie when one more dollar wins.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two-way tie for first now counts as half a win, and a three-way tie as a third. Nobody wins at $0.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Double: a different kind of bet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Final Jeopardy wager affects the next 30 seconds. A Daily Double wager affects everything still to come.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85900" y="2286000"/>
            <a:ext cx="731520" cy="7315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5" name="Text 3"/>
          <p:cNvSpPr/>
          <p:nvPr/>
        </p:nvSpPr>
        <p:spPr>
          <a:xfrm>
            <a:off x="14859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wager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546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291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9" name="Text 7"/>
          <p:cNvSpPr/>
          <p:nvPr/>
        </p:nvSpPr>
        <p:spPr>
          <a:xfrm>
            <a:off x="42291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clues in play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8978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9723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3" name="Text 11"/>
          <p:cNvSpPr/>
          <p:nvPr/>
        </p:nvSpPr>
        <p:spPr>
          <a:xfrm>
            <a:off x="69723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350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 another Daily Double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410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155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782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Jeopardy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4297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clean formula for that many moving parts. So the engine simulates the rest of the game forward, thousands of times, for every candidate wager -- and recommends whichever wins most often.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slide shows why that simulation has to be read carefully.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12x swing that shouldn't happen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scores. Confidence moved two points. The old engine's recommendation should not have moved this much.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5029200" cy="1554480"/>
          </a:xfrm>
          <a:prstGeom prst="roundRect">
            <a:avLst>
              <a:gd name="adj" fmla="val 5882"/>
            </a:avLst>
          </a:prstGeom>
          <a:solidFill>
            <a:srgbClr val="FBEAE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84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confidence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9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$350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029200" cy="1554480"/>
          </a:xfrm>
          <a:prstGeom prst="roundRect">
            <a:avLst>
              <a:gd name="adj" fmla="val 5882"/>
            </a:avLst>
          </a:prstGeom>
          <a:solidFill>
            <a:srgbClr val="FBEAEA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2084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confidence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3774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9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FIX -- a real bug, not a hypothetical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37360" y="4160520"/>
            <a:ext cx="8686800" cy="1737360"/>
          </a:xfrm>
          <a:prstGeom prst="roundRect">
            <a:avLst>
              <a:gd name="adj" fmla="val 6316"/>
            </a:avLst>
          </a:prstGeom>
          <a:solidFill>
            <a:srgbClr val="04086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43434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-- both confidence levels agree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37360" y="4617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answer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2194560" y="5440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now tracks each estimate's statistical uncertainty, and only trusts a difference it can actually detect.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Rivals that play like today's contestants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Bet's rivals now play like contestants from recent seasons, not like the 1990s-2012 games in IBM's older study.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FFCC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40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38912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E9E9F5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place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Mixes it up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95528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E9E9F5"/>
          </a:solidFill>
          <a:ln/>
        </p:spPr>
      </p:sp>
      <p:sp>
        <p:nvSpPr>
          <p:cNvPr id="11" name="Text 9"/>
          <p:cNvSpPr/>
          <p:nvPr/>
        </p:nvSpPr>
        <p:spPr>
          <a:xfrm>
            <a:off x="795528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place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5528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pattern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leader almost always bets to cover second place. Second place mixes all-in, keeping third out, overtaking and the small "two-thirds" bet -- that mix still comes from IBM's older study. Third place bets with no pattern.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66160" y="3977640"/>
            <a:ext cx="5029200" cy="1874520"/>
          </a:xfrm>
          <a:prstGeom prst="roundRect">
            <a:avLst>
              <a:gd name="adj" fmla="val 5854"/>
            </a:avLst>
          </a:prstGeom>
          <a:solidFill>
            <a:srgbClr val="F4F5FF"/>
          </a:solidFill>
          <a:ln/>
        </p:spPr>
      </p:sp>
      <p:sp>
        <p:nvSpPr>
          <p:cNvPr id="15" name="Text 13"/>
          <p:cNvSpPr/>
          <p:nvPr/>
        </p:nvSpPr>
        <p:spPr>
          <a:xfrm>
            <a:off x="3566160" y="41605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356616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Rivals play like recent seasons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49040" y="5394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hunt Daily Doubles and bet them hard. Leaders are right more often. A hard clue is hard for everyone.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opens in any browser, no install and no internet needed: app/index.html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91640" y="2240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6791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scores, board money, and confidence -- get a wager and a win-probability curve.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240280"/>
            <a:ext cx="685800" cy="6858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269480" y="2240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Jeopardy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6791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Safe Bet and Smart Bet side by side for any 1-, 2-, or 3-player game.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97680"/>
            <a:ext cx="685800" cy="68580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Me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scenarios, graded A+ to D against the optimal play, with streaks.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4297680"/>
            <a:ext cx="685800" cy="6858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6948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Works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plain-language explanation of every tier, linked back to the full docs.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proven, what's assumed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plainly, on purpose -- the goal is a tool you can trust precisely as much as it's earned.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EDF7E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Bet's guarantee math -- fully determined, no confidence input needed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Bet's exact win-probability math, for a given opponent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Double engine's statistical selection -- no longer fooled by simulation noise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hand-derived where possible -- not just checked against the code's own output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659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4E0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7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2606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rivals bet and answer -- matched to recent seasons; second place's mix still from IBM's older study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19672" y="36118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Regular-clue and future-Daily-Double dynamics -- simplified, ignores buzzer competition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19672" y="46177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app is a hand-written copy of the engine -- compared against it by an automated script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started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291840" y="192024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4" name="Text 2"/>
          <p:cNvSpPr/>
          <p:nvPr/>
        </p:nvSpPr>
        <p:spPr>
          <a:xfrm>
            <a:off x="329184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60520" y="1965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app/index.html in any browser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291840" y="297180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160520" y="30175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Daily Double or Final Jeopardy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291840" y="402336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6052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scores and your confidence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91840" y="507492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60520" y="5120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recommendation, or drill it in Quiz Me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40080"/>
            <a:ext cx="1188720" cy="11887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3" name="Text 1"/>
          <p:cNvSpPr/>
          <p:nvPr/>
        </p:nvSpPr>
        <p:spPr>
          <a:xfrm>
            <a:off x="5413248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Want the full math?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45920" y="2834640"/>
            <a:ext cx="8897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on these slides is proven or cited in the white paper -- worked examples, full derivations, and references.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3794760"/>
            <a:ext cx="5943600" cy="960120"/>
          </a:xfrm>
          <a:prstGeom prst="roundRect">
            <a:avLst>
              <a:gd name="adj" fmla="val 14286"/>
            </a:avLst>
          </a:prstGeom>
          <a:solidFill>
            <a:srgbClr val="FFCC00"/>
          </a:solidFill>
          <a:ln/>
        </p:spPr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108960" y="3794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/>
              </a:rPr>
              <a:t>Read the white paper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507492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/>
              </a:rPr>
              <a:t>github.com/willhoop/jeopardy-wagering/blob/main/docs/white-paper.md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45920" y="612648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Jeopardy! Wager Trainer -- willhoop.github.io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2026-07-23T07:00:53Z</dcterms:created>
  <dcterms:modified xsi:type="dcterms:W3CDTF">2026-07-23T07:00:53Z</dcterms:modified>
</cp:coreProperties>
</file>